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2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image" Target="../media/image1.png"/><Relationship Id="rId1" Type="http://schemas.openxmlformats.org/officeDocument/2006/relationships/tags" Target="../tags/tag7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14400"/>
            <a:ext cx="9799320" cy="1383665"/>
          </a:xfrm>
        </p:spPr>
        <p:txBody>
          <a:bodyPr>
            <a:normAutofit fontScale="90000"/>
          </a:bodyPr>
          <a:p>
            <a:r>
              <a:rPr lang="en-US" sz="4800"/>
              <a:t>NYC Taxi Green -2 Capstone Project</a:t>
            </a:r>
            <a:endParaRPr lang="en-US"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pPr algn="r"/>
            <a:r>
              <a:rPr lang="en-US"/>
              <a:t>Ashish Thomas John</a:t>
            </a:r>
            <a:endParaRPr lang="en-US"/>
          </a:p>
          <a:p>
            <a:pPr algn="r"/>
            <a:r>
              <a:rPr lang="en-US"/>
              <a:t>Data Engineer Trainee - Cyann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35400" y="608400"/>
            <a:ext cx="10969200" cy="705600"/>
          </a:xfrm>
        </p:spPr>
        <p:txBody>
          <a:bodyPr/>
          <a:p>
            <a:r>
              <a:rPr lang="en-US"/>
              <a:t>Project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This project demonstrates an end-to-end Data Engineering pipeline using Microsoft Fabric.</a:t>
            </a:r>
            <a:endParaRPr lang="en-US" altLang="en-US"/>
          </a:p>
          <a:p>
            <a:r>
              <a:rPr lang="en-US" altLang="en-US"/>
              <a:t>The NYC Green Taxi dataset was ingested into Bronze, transformed into Silver, modeled into Gold in star schema tables, and visualized using Power BI.</a:t>
            </a:r>
            <a:endParaRPr lang="en-US" altLang="en-US"/>
          </a:p>
        </p:txBody>
      </p:sp>
      <p:sp>
        <p:nvSpPr>
          <p:cNvPr id="4" name="Title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35400" y="3362395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Buisness Questions Solved.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35330" y="4205605"/>
            <a:ext cx="10968990" cy="193865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How is the share of buisness as per working v/s weekend day?</a:t>
            </a:r>
            <a:endParaRPr lang="en-US" altLang="en-US"/>
          </a:p>
          <a:p>
            <a:r>
              <a:rPr lang="en-US" altLang="en-US"/>
              <a:t>Which locations are under high risk category?</a:t>
            </a:r>
            <a:endParaRPr lang="en-US" altLang="en-US"/>
          </a:p>
          <a:p>
            <a:r>
              <a:rPr lang="en-US" altLang="en-US"/>
              <a:t>Show which location have the most pickups and where those trips usually end?</a:t>
            </a:r>
            <a:endParaRPr lang="en-US" altLang="en-US"/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8400" y="342907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Workflow of the project.</a:t>
            </a:r>
            <a:endParaRPr lang="en-US"/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2"/>
          <a:srcRect t="28280" b="28729"/>
          <a:stretch>
            <a:fillRect/>
          </a:stretch>
        </p:blipFill>
        <p:spPr>
          <a:xfrm>
            <a:off x="1001395" y="4316730"/>
            <a:ext cx="10513060" cy="19151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le 8"/>
          <p:cNvSpPr/>
          <p:nvPr>
            <p:ph type="title"/>
            <p:custDataLst>
              <p:tags r:id="rId3"/>
            </p:custDataLst>
          </p:nvPr>
        </p:nvSpPr>
        <p:spPr>
          <a:xfrm>
            <a:off x="608400" y="295345"/>
            <a:ext cx="10969200" cy="705600"/>
          </a:xfrm>
        </p:spPr>
        <p:txBody>
          <a:bodyPr/>
          <a:p>
            <a:r>
              <a:rPr lang="en-US"/>
              <a:t>Tech Stack</a:t>
            </a:r>
            <a:endParaRPr lang="en-US"/>
          </a:p>
        </p:txBody>
      </p:sp>
      <p:sp>
        <p:nvSpPr>
          <p:cNvPr id="10" name="Content Placeholder 9"/>
          <p:cNvSpPr/>
          <p:nvPr>
            <p:ph idx="1"/>
            <p:custDataLst>
              <p:tags r:id="rId4"/>
            </p:custDataLst>
          </p:nvPr>
        </p:nvSpPr>
        <p:spPr>
          <a:xfrm>
            <a:off x="608330" y="914400"/>
            <a:ext cx="10968990" cy="251396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/>
              <a:t>1. Microsoft Fabric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Lakehouse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Python/SQL/Pyspark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4. Power BI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5. Direct Lake Semantic Model</a:t>
            </a:r>
            <a:endParaRPr lang="en-US" altLang="en-US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2367280"/>
            <a:ext cx="11898630" cy="1824355"/>
          </a:xfrm>
        </p:spPr>
        <p:txBody>
          <a:bodyPr/>
          <a:p>
            <a:pPr algn="ctr"/>
            <a:r>
              <a:rPr lang="en-US" b="1"/>
              <a:t>Let’s move to report and implementaion</a:t>
            </a:r>
            <a:endParaRPr lang="en-US" b="1"/>
          </a:p>
        </p:txBody>
      </p:sp>
      <p:sp>
        <p:nvSpPr>
          <p:cNvPr id="5" name="Right Arrow 4"/>
          <p:cNvSpPr/>
          <p:nvPr/>
        </p:nvSpPr>
        <p:spPr>
          <a:xfrm>
            <a:off x="11081385" y="3132455"/>
            <a:ext cx="443230" cy="2940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</Words>
  <Application>WPS Presentation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Lato</vt:lpstr>
      <vt:lpstr>Alex Brush</vt:lpstr>
      <vt:lpstr>Manrope ExtraBold</vt:lpstr>
      <vt:lpstr>WPS</vt:lpstr>
      <vt:lpstr>PowerPoint 演示文稿</vt:lpstr>
      <vt:lpstr>Buisness Questions Solved.</vt:lpstr>
      <vt:lpstr>Buisness Questions Solved.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Taxi Green -2 Capstone Project</dc:title>
  <dc:creator>ashis</dc:creator>
  <cp:lastModifiedBy>Ashish John</cp:lastModifiedBy>
  <cp:revision>3</cp:revision>
  <dcterms:created xsi:type="dcterms:W3CDTF">2026-05-25T14:40:03Z</dcterms:created>
  <dcterms:modified xsi:type="dcterms:W3CDTF">2026-05-25T14:48:05Z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FD81B8E364A249AC82BE26B026A35280_11</vt:lpwstr>
  </property>
</Properties>
</file>